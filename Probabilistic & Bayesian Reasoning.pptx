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793B-97B6-FDD3-BEF8-D6342C874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431F-B2CC-DB52-6223-6B6CF2591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95370-DD4D-1B71-BEC1-85079D51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673A-67E9-9BA6-0D7B-AFB1DA56B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7E48F-B66C-8772-ACE5-3AA2EAA5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0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0A1D-C735-6DFD-7D8C-00CA4352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41BA3-2443-AC99-D828-89D5B48AA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9D50-168B-E965-720A-FF3F7429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E2726-265C-ED85-FE6E-710ECE539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63C6B-8F57-FE22-FE75-3C51FC38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58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C48A9-4249-AB48-2410-F0EA9979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45FB1-F10B-B0AC-46A1-0D15B877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8125C-8D6E-E41A-DB87-44D4051A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1D68F-D812-F22E-694C-EA779B91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85F48-4CC2-7273-8A6C-1BAD8B2C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4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83BC-725E-B88F-71D8-6AE58ACA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88AD-6BC6-54EB-5C77-75E0E84C8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9D4DE-1E8F-1A2E-9D33-6A4744ADE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3B501-6534-016A-D4C8-8979FB12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79A31-EEFC-B336-36A5-067054F4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744C1-7D5F-1929-85FD-2784C335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04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19DFC-BA19-A84B-50C6-BA96606A0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9FE2A-B969-5B61-9582-3BE5BDB17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C274F-852B-F789-119B-6EDA4209B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F0952-7FB6-FB99-6085-7E18E056F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A34188-4FD3-86F7-A857-62175E9EA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EA657E-ECCA-11B0-EBFC-5C1DD74A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7C604-DBE4-6C83-192E-6369A3F4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6F543-5B41-8CC3-E5F0-157AA1EB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D531-F08F-2E0F-DA3C-3B07E7B5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48FAD-8C96-3EB9-FA79-E7262081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F4596-341A-2C46-BE73-EA7D82ED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5B08A-7727-A6C7-D58C-D5BB6AE0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2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16BEF-06F5-7643-77FF-EB5EABCA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51FDB-7C7B-F85B-F5C2-735DAD524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E97CF-B166-3A64-10E1-3EA56422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8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663A-EB4A-6EBB-F80B-7798614D7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96958-DC0A-37FF-B725-50B89E6F7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B3B98-2931-D8A1-E2B7-FD748B33B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CDE44-8671-95C5-0562-E5A1626A5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9BE5E-01EA-EC33-43DC-70001ABE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4C85B-E04F-4965-F5A9-D084C969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5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3875-04D4-6DA7-92BD-9C24ED34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6EE51-7593-87D9-D93C-7B387A513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B173E-6082-3B72-BF35-7EE2EF432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C9913-186F-D97C-A806-C5A03813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AE491-596B-534D-459F-5BFB6D759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FDF0E-4AA2-295E-DDBC-2D60DE70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8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695E-833B-AABB-D440-097226EB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99C53-2AD2-C27E-01AC-A3F0D13C4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F56C7-8F8E-D64A-A986-9685B06D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ABAA6-B0AB-7CEE-4CC9-544ED813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492E5-FC2B-B859-C6D2-1682AC90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5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08910-01DB-3962-9DF1-82389F8E4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87C60-2161-F129-1CEC-967F0D4D9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26991-0B4C-8B6F-A990-BE1C53D2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2E5D3-F2F0-F1F8-EE4B-E7233E68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002C9-C947-DD58-3E52-EAA83E83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7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6E6F7-AEF2-398E-E86C-E5E06CC12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F384B-4D4D-F555-F26C-7E769A487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8480-15C6-4C1A-DC5C-03D262D628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CDCD3-D153-4D5C-A740-E073CC0CB5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88A64-87D5-EE8B-F0FA-CB45F0BB3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4A6BA-8157-1E0F-43DC-D0D8C0461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CD280-DBCB-4F48-A2F4-60F55A17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549E-7F81-7E24-81CC-FAC00ABC6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Probabilistic &amp; Bayesian Reasoning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19D6E-355A-7F04-4373-7303E6C117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Knowledge based system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and researcher </a:t>
            </a:r>
          </a:p>
        </p:txBody>
      </p:sp>
    </p:spTree>
    <p:extLst>
      <p:ext uri="{BB962C8B-B14F-4D97-AF65-F5344CB8AC3E}">
        <p14:creationId xmlns:p14="http://schemas.microsoft.com/office/powerpoint/2010/main" val="363531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4907-72AD-3ACF-CF29-11E3BCC8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Probabilistic Reasoning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4CC03-BA47-0BBC-BB26-D8CD13CD0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🔹 📌 Definition</a:t>
            </a:r>
          </a:p>
          <a:p>
            <a:r>
              <a:rPr lang="en-US" dirty="0"/>
              <a:t>Probabilistic reasoning is a method of handling </a:t>
            </a:r>
            <a:r>
              <a:rPr lang="en-US" b="1" dirty="0"/>
              <a:t>uncertainty</a:t>
            </a:r>
            <a:r>
              <a:rPr lang="en-US" dirty="0"/>
              <a:t> using probability theory. It helps systems make decisions when information is incomplete or uncertain.</a:t>
            </a:r>
          </a:p>
          <a:p>
            <a:r>
              <a:rPr lang="en-US" b="1" dirty="0"/>
              <a:t>📌 Key Concepts</a:t>
            </a:r>
          </a:p>
          <a:p>
            <a:r>
              <a:rPr lang="en-US" b="1" dirty="0"/>
              <a:t>Probability (P)</a:t>
            </a:r>
            <a:r>
              <a:rPr lang="en-US" dirty="0"/>
              <a:t>: Likelihood of an event (0 to 1)</a:t>
            </a:r>
          </a:p>
          <a:p>
            <a:r>
              <a:rPr lang="en-US" b="1" dirty="0"/>
              <a:t>Random Variables</a:t>
            </a:r>
            <a:r>
              <a:rPr lang="en-US" dirty="0"/>
              <a:t>: Variables with uncertain values</a:t>
            </a:r>
          </a:p>
          <a:p>
            <a:r>
              <a:rPr lang="en-US" b="1" dirty="0"/>
              <a:t>Prior Probability</a:t>
            </a:r>
            <a:r>
              <a:rPr lang="en-US" dirty="0"/>
              <a:t>: Initial belief before evidence</a:t>
            </a:r>
          </a:p>
          <a:p>
            <a:r>
              <a:rPr lang="en-US" b="1" dirty="0"/>
              <a:t>Posterior Probability</a:t>
            </a:r>
            <a:r>
              <a:rPr lang="en-US" dirty="0"/>
              <a:t>: Updated belief after evidence</a:t>
            </a:r>
          </a:p>
          <a:p>
            <a:r>
              <a:rPr lang="en-US" b="1" dirty="0"/>
              <a:t>📌 Example</a:t>
            </a:r>
          </a:p>
          <a:p>
            <a:r>
              <a:rPr lang="en-US" dirty="0"/>
              <a:t>If a patient has a fever, what is the probability they have malaria?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74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4FAF-CE01-5343-B729-C33270CE1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338" y="746333"/>
            <a:ext cx="10515600" cy="199686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2. Bayesian Reasoning</a:t>
            </a:r>
          </a:p>
          <a:p>
            <a:r>
              <a:rPr lang="en-US" b="1" dirty="0"/>
              <a:t>📌 Definition</a:t>
            </a:r>
          </a:p>
          <a:p>
            <a:r>
              <a:rPr lang="en-US" dirty="0"/>
              <a:t>Bayesian reasoning updates probabilities based on new evidence using </a:t>
            </a:r>
            <a:r>
              <a:rPr lang="en-US" b="1" dirty="0"/>
              <a:t>Bayes' Theorem</a:t>
            </a:r>
            <a:r>
              <a:rPr lang="en-US" dirty="0"/>
              <a:t>.</a:t>
            </a:r>
          </a:p>
          <a:p>
            <a:r>
              <a:rPr lang="en-US" b="1" dirty="0"/>
              <a:t>📌 Formula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61803-8881-EDD2-2164-0DAFD6311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449" y="2743200"/>
            <a:ext cx="6649378" cy="3439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D38D55-F837-B543-B706-391AAC09253F}"/>
              </a:ext>
            </a:extLst>
          </p:cNvPr>
          <p:cNvSpPr txBox="1"/>
          <p:nvPr/>
        </p:nvSpPr>
        <p:spPr>
          <a:xfrm>
            <a:off x="2561449" y="6182205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P(B)</a:t>
            </a:r>
            <a:r>
              <a:rPr lang="en-US" dirty="0"/>
              <a:t> = Evidence probability</a:t>
            </a:r>
          </a:p>
        </p:txBody>
      </p:sp>
    </p:spTree>
    <p:extLst>
      <p:ext uri="{BB962C8B-B14F-4D97-AF65-F5344CB8AC3E}">
        <p14:creationId xmlns:p14="http://schemas.microsoft.com/office/powerpoint/2010/main" val="3264737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9E48-FE09-AC2D-3E3E-46644727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EE47A-C14A-CA4A-7F60-32046A96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📌 Explanation</a:t>
            </a:r>
          </a:p>
          <a:p>
            <a:r>
              <a:rPr lang="en-US" dirty="0"/>
              <a:t>Start with prior belief</a:t>
            </a:r>
          </a:p>
          <a:p>
            <a:r>
              <a:rPr lang="en-US" dirty="0"/>
              <a:t>Update belief when new data arrives</a:t>
            </a:r>
          </a:p>
          <a:p>
            <a:r>
              <a:rPr lang="en-US" dirty="0"/>
              <a:t>Used in decision-making under uncertainty</a:t>
            </a:r>
          </a:p>
          <a:p>
            <a:r>
              <a:rPr lang="en-US" b="1" dirty="0"/>
              <a:t>📌 Example</a:t>
            </a:r>
          </a:p>
          <a:p>
            <a:r>
              <a:rPr lang="en-US" dirty="0"/>
              <a:t>Spam email detection</a:t>
            </a:r>
          </a:p>
          <a:p>
            <a:r>
              <a:rPr lang="en-US" dirty="0"/>
              <a:t>Medical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1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8F72-EA96-5E17-E2ED-8E9E4168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728C-D05A-A831-1770-7FEA3F415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📘 Bayesian Networks</a:t>
            </a:r>
          </a:p>
          <a:p>
            <a:r>
              <a:rPr lang="en-US" b="1" dirty="0"/>
              <a:t>🔹 Definition</a:t>
            </a:r>
          </a:p>
          <a:p>
            <a:r>
              <a:rPr lang="en-US" dirty="0"/>
              <a:t>A </a:t>
            </a:r>
            <a:r>
              <a:rPr lang="en-US" b="1" dirty="0"/>
              <a:t>Bayesian Network</a:t>
            </a:r>
            <a:r>
              <a:rPr lang="en-US" dirty="0"/>
              <a:t> is a graphical model that represents variables and their probabilistic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57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8A5E-F632-E63A-1BE1-EBA6B2F5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12290-422F-36AB-5F15-08AD64FEA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Components</a:t>
            </a:r>
          </a:p>
          <a:p>
            <a:r>
              <a:rPr lang="en-US" b="1" dirty="0"/>
              <a:t>1. Nodes</a:t>
            </a:r>
          </a:p>
          <a:p>
            <a:r>
              <a:rPr lang="en-US" dirty="0"/>
              <a:t>Represent random variables</a:t>
            </a:r>
          </a:p>
          <a:p>
            <a:r>
              <a:rPr lang="en-US" dirty="0"/>
              <a:t>Example: Rain, Traffic, Accident</a:t>
            </a:r>
          </a:p>
          <a:p>
            <a:r>
              <a:rPr lang="en-US" b="1" dirty="0"/>
              <a:t>2. Edges</a:t>
            </a:r>
          </a:p>
          <a:p>
            <a:r>
              <a:rPr lang="en-US" dirty="0"/>
              <a:t>Show dependencies between variables</a:t>
            </a:r>
          </a:p>
          <a:p>
            <a:r>
              <a:rPr lang="en-US" b="1" dirty="0"/>
              <a:t>3. Conditional Probability Tables (CPT)</a:t>
            </a:r>
          </a:p>
          <a:p>
            <a:r>
              <a:rPr lang="en-US" dirty="0"/>
              <a:t>Define probability of each node given its parents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594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86E6-D046-0571-A318-2D74FB45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0782-ADD8-E157-2F92-6FCB06632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🔹 Structure</a:t>
            </a:r>
          </a:p>
          <a:p>
            <a:r>
              <a:rPr lang="en-US" dirty="0"/>
              <a:t>Directed Acyclic Graph (DAG)</a:t>
            </a:r>
          </a:p>
          <a:p>
            <a:r>
              <a:rPr lang="en-US" dirty="0"/>
              <a:t>No cycles allowed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Example</a:t>
            </a:r>
          </a:p>
          <a:p>
            <a:r>
              <a:rPr lang="en-US" dirty="0"/>
              <a:t>Rain → Traffic → Late</a:t>
            </a:r>
          </a:p>
          <a:p>
            <a:r>
              <a:rPr lang="en-US" dirty="0"/>
              <a:t>Rain affects traffic</a:t>
            </a:r>
          </a:p>
          <a:p>
            <a:r>
              <a:rPr lang="en-US" dirty="0"/>
              <a:t>Traffic affects lateness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84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01D5-BC04-D16D-EBE4-F9C08B57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46A8-7090-5FD5-F990-3EEB672E3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🔹 Advantages</a:t>
            </a:r>
          </a:p>
          <a:p>
            <a:r>
              <a:rPr lang="en-US" dirty="0"/>
              <a:t>Handles uncertainty effectively</a:t>
            </a:r>
          </a:p>
          <a:p>
            <a:r>
              <a:rPr lang="en-US" dirty="0"/>
              <a:t>Easy to understand and visualize</a:t>
            </a:r>
          </a:p>
          <a:p>
            <a:r>
              <a:rPr lang="en-US" dirty="0"/>
              <a:t>Supports reasoning and prediction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Inference in Bayesian Networks</a:t>
            </a:r>
          </a:p>
          <a:p>
            <a:r>
              <a:rPr lang="en-US" b="1" dirty="0"/>
              <a:t>Predictive Reasoning</a:t>
            </a:r>
            <a:r>
              <a:rPr lang="en-US" dirty="0"/>
              <a:t> (cause → effect)</a:t>
            </a:r>
          </a:p>
          <a:p>
            <a:r>
              <a:rPr lang="en-US" b="1" dirty="0"/>
              <a:t>Diagnostic Reasoning</a:t>
            </a:r>
            <a:r>
              <a:rPr lang="en-US" dirty="0"/>
              <a:t> (effect → cause)</a:t>
            </a:r>
          </a:p>
          <a:p>
            <a:r>
              <a:rPr lang="en-US" b="1" dirty="0"/>
              <a:t>Intercausal Reasoning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5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9112-B10F-041E-0716-C09D6E38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0BD5A-1A28-13C1-E23C-9F4171189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📘 Applications of Probabilistic &amp; Bayesian Reasoning</a:t>
            </a:r>
          </a:p>
          <a:p>
            <a:r>
              <a:rPr lang="en-US" b="1" dirty="0"/>
              <a:t>🔹 1. Medical Diagnosis</a:t>
            </a:r>
          </a:p>
          <a:p>
            <a:r>
              <a:rPr lang="en-US" dirty="0"/>
              <a:t>Disease prediction based on symptoms</a:t>
            </a:r>
          </a:p>
          <a:p>
            <a:r>
              <a:rPr lang="en-US" dirty="0"/>
              <a:t>Example systems like MYCIN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94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83A5-AF2D-ED4F-E24D-DF11BF5A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28949-422A-8F37-C9A0-28DE00007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2. Spam Filtering</a:t>
            </a:r>
          </a:p>
          <a:p>
            <a:r>
              <a:rPr lang="en-US" dirty="0"/>
              <a:t>Classifying emails using probability</a:t>
            </a:r>
          </a:p>
          <a:p>
            <a:r>
              <a:rPr lang="en-US" dirty="0"/>
              <a:t>Widely used in email systems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3. Machine Learning</a:t>
            </a:r>
          </a:p>
          <a:p>
            <a:r>
              <a:rPr lang="en-US" dirty="0"/>
              <a:t>Core part of Artificial Intelligence</a:t>
            </a:r>
          </a:p>
          <a:p>
            <a:r>
              <a:rPr lang="en-US" dirty="0"/>
              <a:t>Used in classification and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03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799A-0359-002F-56EB-2F3F58D5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0908-9767-06FD-153E-ABBE59052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4. Risk Analysis</a:t>
            </a:r>
          </a:p>
          <a:p>
            <a:r>
              <a:rPr lang="en-US" dirty="0"/>
              <a:t>Financial forecasting</a:t>
            </a:r>
          </a:p>
          <a:p>
            <a:r>
              <a:rPr lang="en-US" dirty="0"/>
              <a:t>Insurance risk evaluation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5. Robotics</a:t>
            </a:r>
          </a:p>
          <a:p>
            <a:r>
              <a:rPr lang="en-US" dirty="0"/>
              <a:t>Decision-making under uncertainty</a:t>
            </a:r>
          </a:p>
          <a:p>
            <a:r>
              <a:rPr lang="en-US" dirty="0"/>
              <a:t>Sensor data interpretation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9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81DC-46B1-E7AF-370B-45D09358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92348-C65C-7CA1-2481-36380474D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6. Natural Language Processing</a:t>
            </a:r>
          </a:p>
          <a:p>
            <a:r>
              <a:rPr lang="en-US" dirty="0"/>
              <a:t>Speech recognition</a:t>
            </a:r>
          </a:p>
          <a:p>
            <a:r>
              <a:rPr lang="en-US" dirty="0"/>
              <a:t>Language translation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7. Fault Diagnosis Systems</a:t>
            </a:r>
          </a:p>
          <a:p>
            <a:r>
              <a:rPr lang="en-US" dirty="0"/>
              <a:t>Detect faults in machines and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895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A338-F52C-EE08-9EA4-A0CE0C73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14D07-589E-2B96-8803-7C504B2E3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📘 Summary</a:t>
            </a:r>
          </a:p>
          <a:p>
            <a:r>
              <a:rPr lang="en-US" dirty="0"/>
              <a:t>Probabilistic reasoning deals with </a:t>
            </a:r>
            <a:r>
              <a:rPr lang="en-US" b="1" dirty="0"/>
              <a:t>uncertainty</a:t>
            </a:r>
            <a:endParaRPr lang="en-US" dirty="0"/>
          </a:p>
          <a:p>
            <a:r>
              <a:rPr lang="en-US" dirty="0"/>
              <a:t>Bayesian reasoning updates beliefs using evidence</a:t>
            </a:r>
          </a:p>
          <a:p>
            <a:r>
              <a:rPr lang="en-US" dirty="0"/>
              <a:t>Bayesian Networks model </a:t>
            </a:r>
            <a:r>
              <a:rPr lang="en-US" b="1" dirty="0"/>
              <a:t>complex relationships</a:t>
            </a:r>
            <a:endParaRPr lang="en-US" dirty="0"/>
          </a:p>
          <a:p>
            <a:r>
              <a:rPr lang="en-US" dirty="0"/>
              <a:t>Widely used in AI applications and real-world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041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3A1E-A3EE-BC86-D563-B278FC0A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F250-2CC0-AD70-9215-522D65FFB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WORKFLOW AUTOMATE ? </a:t>
            </a:r>
          </a:p>
          <a:p>
            <a:r>
              <a:rPr lang="en-US" dirty="0"/>
              <a:t>2026 -</a:t>
            </a:r>
            <a:r>
              <a:rPr lang="en-US" dirty="0">
                <a:sym typeface="Wingdings" panose="05000000000000000000" pitchFamily="2" charset="2"/>
              </a:rPr>
              <a:t> automation , ai model, ai prototype, AI AGENT </a:t>
            </a:r>
          </a:p>
          <a:p>
            <a:r>
              <a:rPr lang="en-US" dirty="0" err="1">
                <a:sym typeface="Wingdings" panose="05000000000000000000" pitchFamily="2" charset="2"/>
              </a:rPr>
              <a:t>Abc</a:t>
            </a:r>
            <a:r>
              <a:rPr lang="en-US" dirty="0">
                <a:sym typeface="Wingdings" panose="05000000000000000000" pitchFamily="2" charset="2"/>
              </a:rPr>
              <a:t> employee (thinking strategy? )</a:t>
            </a:r>
          </a:p>
          <a:p>
            <a:r>
              <a:rPr lang="en-US" dirty="0" err="1">
                <a:sym typeface="Wingdings" panose="05000000000000000000" pitchFamily="2" charset="2"/>
              </a:rPr>
              <a:t>Xyz</a:t>
            </a:r>
            <a:r>
              <a:rPr lang="en-US" dirty="0">
                <a:sym typeface="Wingdings" panose="05000000000000000000" pitchFamily="2" charset="2"/>
              </a:rPr>
              <a:t> company --=&gt; (ABC EMP, GRADUATE FROM LEADS)</a:t>
            </a:r>
          </a:p>
          <a:p>
            <a:r>
              <a:rPr lang="en-US" dirty="0">
                <a:sym typeface="Wingdings" panose="05000000000000000000" pitchFamily="2" charset="2"/>
              </a:rPr>
              <a:t>HABITS ***** SIR G NUMBER LA DIYO SIR, G PAPER KEHO JIYA ANA </a:t>
            </a:r>
          </a:p>
          <a:p>
            <a:r>
              <a:rPr lang="en-US" dirty="0">
                <a:sym typeface="Wingdings" panose="05000000000000000000" pitchFamily="2" charset="2"/>
              </a:rPr>
              <a:t>SIR G GUESS DUS DIY0 SIR SESSIONAL NUMBER PORAY LA DIYO</a:t>
            </a:r>
          </a:p>
          <a:p>
            <a:r>
              <a:rPr lang="en-US" dirty="0">
                <a:sym typeface="Wingdings" panose="05000000000000000000" pitchFamily="2" charset="2"/>
              </a:rPr>
              <a:t>SIR CGPA THALLY DIG GIYA (AINNO UTTAY CHUKNA AY) B+ </a:t>
            </a:r>
          </a:p>
          <a:p>
            <a:r>
              <a:rPr lang="en-US" dirty="0">
                <a:sym typeface="Wingdings" panose="05000000000000000000" pitchFamily="2" charset="2"/>
              </a:rPr>
              <a:t>A- </a:t>
            </a:r>
          </a:p>
        </p:txBody>
      </p:sp>
    </p:spTree>
    <p:extLst>
      <p:ext uri="{BB962C8B-B14F-4D97-AF65-F5344CB8AC3E}">
        <p14:creationId xmlns:p14="http://schemas.microsoft.com/office/powerpoint/2010/main" val="2744802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E1DA-086F-A7F4-577B-AAD939FD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E21BF-71F0-CC99-A006-15E6B13C1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THINKING STRATEGY&gt;? </a:t>
            </a:r>
          </a:p>
          <a:p>
            <a:r>
              <a:rPr lang="en-US" dirty="0"/>
              <a:t>WHAT PEOPLE INTEREST IN YOUR PORFILE? </a:t>
            </a:r>
          </a:p>
          <a:p>
            <a:r>
              <a:rPr lang="en-US" dirty="0"/>
              <a:t>WORK , EXPERIENCE, OUTCOMES , DEVELOP </a:t>
            </a:r>
          </a:p>
          <a:p>
            <a:r>
              <a:rPr lang="en-US" dirty="0"/>
              <a:t>NO BODY ELSE IS INTERESTED IN YOUR CGPA ?(2026)</a:t>
            </a:r>
          </a:p>
          <a:p>
            <a:r>
              <a:rPr lang="en-US" dirty="0"/>
              <a:t>MACHINE LEARNING MODEL, AI AGENT, SMALL ROBOT </a:t>
            </a:r>
          </a:p>
          <a:p>
            <a:r>
              <a:rPr lang="en-US" dirty="0"/>
              <a:t>MARKET (HOW THE PERSON IS SURVIVE) </a:t>
            </a:r>
          </a:p>
          <a:p>
            <a:r>
              <a:rPr lang="en-US" dirty="0"/>
              <a:t>JUGGAD BAZZI (LATE, KAM CHORI KARA, CHUTTI MAR LAY)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01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18DB-F925-67B0-D28F-F90ACD32B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SUFFERING?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0DEAC-3DAB-13F4-29CA-8E93923C3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BEHAVIOR DETECTION (DURING THE ATTENDANCE) </a:t>
            </a:r>
          </a:p>
          <a:p>
            <a:r>
              <a:rPr lang="en-US" dirty="0"/>
              <a:t>MACHINE LEARNING MODEL (HUMAN FACIAL DETECTION)</a:t>
            </a:r>
          </a:p>
          <a:p>
            <a:r>
              <a:rPr lang="en-US" dirty="0"/>
              <a:t>A. POSTURE DETECT(PAN , LAL RANG)</a:t>
            </a:r>
          </a:p>
          <a:p>
            <a:r>
              <a:rPr lang="en-US" dirty="0"/>
              <a:t>HAND CARRAY CIGRATE (CIGAR, SHEESHA) </a:t>
            </a:r>
          </a:p>
          <a:p>
            <a:r>
              <a:rPr lang="en-US" dirty="0"/>
              <a:t>COMPANY ALERT </a:t>
            </a:r>
            <a:r>
              <a:rPr lang="en-US" dirty="0">
                <a:sym typeface="Wingdings" panose="05000000000000000000" pitchFamily="2" charset="2"/>
              </a:rPr>
              <a:t> TIME, ENERGY , SALARY DESTROY</a:t>
            </a:r>
          </a:p>
          <a:p>
            <a:r>
              <a:rPr lang="en-US" dirty="0">
                <a:sym typeface="Wingdings" panose="05000000000000000000" pitchFamily="2" charset="2"/>
              </a:rPr>
              <a:t>2020 MACHINE LEARNING (DETECT, DEPLOY, ANALYSIS)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733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3619-15B9-492C-AE21-3EDA16B7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AUTOMATION, AI AGENT , generative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B858-05F3-8FFF-41C4-610D25696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CHATBOT(AI AGENT) </a:t>
            </a:r>
          </a:p>
          <a:p>
            <a:r>
              <a:rPr lang="en-US" dirty="0"/>
              <a:t>AI AGENT (BUSINESS AUTOMATE) NO DELAY , NO ANY ERROR </a:t>
            </a:r>
          </a:p>
          <a:p>
            <a:r>
              <a:rPr lang="en-US" dirty="0"/>
              <a:t>MINI BUSINESS LLM MODEL </a:t>
            </a:r>
          </a:p>
          <a:p>
            <a:r>
              <a:rPr lang="en-US"/>
              <a:t>LLM CHAT MODEL (WORKFLOW)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3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620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Probabilistic &amp; Bayesian Reasoning</vt:lpstr>
      <vt:lpstr>1. Probabilistic Reasoning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AGENT ?</vt:lpstr>
      <vt:lpstr>AI AGENT?</vt:lpstr>
      <vt:lpstr>COMPANY SUFFERING? </vt:lpstr>
      <vt:lpstr>AI AUTOMATION, AI AGENT , generative model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12</cp:revision>
  <dcterms:created xsi:type="dcterms:W3CDTF">2026-03-18T10:08:34Z</dcterms:created>
  <dcterms:modified xsi:type="dcterms:W3CDTF">2026-03-18T10:52:05Z</dcterms:modified>
</cp:coreProperties>
</file>