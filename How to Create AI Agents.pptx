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6675C-9B7A-60D6-34EA-C501F905E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254180-92E8-FE7F-34CB-0D1C59EBD5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C4D18-2BF8-C7EE-C25A-C1CAD8AC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5B207-B601-4FA3-BE7E-0B94A536AEA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A6455-89F6-2F38-E39D-D3B6AB514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CFF7B-7AA7-E018-8A4A-F3E37F050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2095-1110-4106-A955-1ACDDB31B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260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D5CA8-DD9A-B2AF-CEEC-247EEB03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E6313-2E83-F405-6467-7E785A835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91925-339A-8F12-A0F6-E288C6DE7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5B207-B601-4FA3-BE7E-0B94A536AEA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FC64E-F7E6-AD33-A33E-057FFE7D7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92161-01A3-4908-C661-970298D12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2095-1110-4106-A955-1ACDDB31B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34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2843-5A81-61C7-8080-5294C8BA5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3925E-8FFB-5C48-3BDD-D56A0944E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DF889-7AF3-7A30-4E3C-2E152CCB0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5B207-B601-4FA3-BE7E-0B94A536AEA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441B8-3941-E429-6284-A2FB11D38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B6CC1-DC4F-6BE6-24EE-BCA7B60C2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2095-1110-4106-A955-1ACDDB31B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665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01A12-D006-514A-A034-598B77FC3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947B8-99D9-1591-B504-CAD9161B07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615C7-BA33-AB4D-F73C-18502B385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B1D4B-F98C-961C-54CB-89F511667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5B207-B601-4FA3-BE7E-0B94A536AEA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1A8FF-A879-77B0-3028-C24AC1762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42072-42E2-0F84-33C0-594C983CC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2095-1110-4106-A955-1ACDDB31B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378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88B9E-5E61-17A4-17BC-16D22AC20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34EE4-569F-E736-31CB-C690966C6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6761F4-8C86-6825-E502-5432DBC8C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132FB1-5A8F-E296-D31D-05964B51FF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924724-12D2-D234-3F6B-83355D8048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678865-446A-9EB4-68C2-158461B51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5B207-B601-4FA3-BE7E-0B94A536AEA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92D310-125D-EEB9-EFB8-1EACFD057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A81C90-EC8F-6261-1225-B6DB8271E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2095-1110-4106-A955-1ACDDB31B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58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2BE2A-D118-3C2C-F7EA-9A65912DD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447FCC-C85B-46B3-F2CC-E3BEABC5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5B207-B601-4FA3-BE7E-0B94A536AEA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CBE58-DF8C-434B-1C3E-EA948277F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EECF37-21E4-07C1-8D1A-FF804E8C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2095-1110-4106-A955-1ACDDB31B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72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78A1BC-EAF4-67C5-1ED0-6572199E2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5B207-B601-4FA3-BE7E-0B94A536AEA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79A4C2-B466-9D48-9C1A-36F258A47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9AE85-476B-5700-9D9B-E6E6C6DB9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2095-1110-4106-A955-1ACDDB31B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96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EF94-D706-4EA1-6AB9-D8FFE948F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7A585-C087-E061-607D-7C1EDED8A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24A70-D121-8F68-3129-98A89997B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DD2A9-1818-75E6-0CFA-A65ACCF0E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5B207-B601-4FA3-BE7E-0B94A536AEA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66FDB-0B45-2BD5-BA99-D33593189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7AD1A-B58F-782F-E510-7863B00C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2095-1110-4106-A955-1ACDDB31B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734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F4885-D009-E0EA-C680-22F3715A6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0012DF-9A83-D510-4EFB-AE3B23BFF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944D1-F1BB-7CE1-E2AA-B245B657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83459-3E91-59FC-9C9D-6BF04C0FE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5B207-B601-4FA3-BE7E-0B94A536AEA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8FA22-9D18-C1BE-7AD0-F16EC8EA9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1E4DA-A6D4-5188-A18E-75E73CE06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2095-1110-4106-A955-1ACDDB31B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3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48021-FC68-71C7-E59C-5A7D4A293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B4EAA3-CD25-3B0D-3F13-483AB9419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49234-015E-86A7-9120-C2739B4B5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5B207-B601-4FA3-BE7E-0B94A536AEA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E102C-12B0-4EF4-2A8A-CBF0C494B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7A7A2-2323-5E54-B826-939760B6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2095-1110-4106-A955-1ACDDB31B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95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BF43F5-E744-E0E7-54F6-A54FF67BA4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64C601-232A-82C4-BC58-8B74000D7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D1EF0-BA13-89A9-75BE-19F32E2CB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5B207-B601-4FA3-BE7E-0B94A536AEA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77617-1555-99AF-E6FD-6BC937CE1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BB7A5-7907-7D43-A114-70DFEF840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12095-1110-4106-A955-1ACDDB31B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39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FAD6C4-9676-C4EB-0CE9-F392D579F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1DD4D-4CE2-6A30-2538-F93EBA4CD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14807-0A7D-5CD9-FE67-466B597356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5B207-B601-4FA3-BE7E-0B94A536AEA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F15E2-30D7-6A81-75E8-AD3307DE8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B5EA6-0F14-4191-B781-01BECE88C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12095-1110-4106-A955-1ACDDB31B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547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E921E-1DEF-AD53-77BF-5A29B4DE9C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to Create AI Agents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8E2C9-605C-7D8E-8955-168446A36A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</a:t>
            </a:r>
          </a:p>
          <a:p>
            <a:r>
              <a:rPr lang="en-US" dirty="0"/>
              <a:t>Adnan Majeed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617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D134C-A050-36C4-3521-A0FB915C0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B24F3-34D2-43C8-767F-5EFA0BB6A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✅ STEP 1: Understand What an AI Agent Is</a:t>
            </a:r>
          </a:p>
          <a:p>
            <a:r>
              <a:rPr lang="en-US" dirty="0"/>
              <a:t>An AI Agent usually has:</a:t>
            </a:r>
          </a:p>
          <a:p>
            <a:r>
              <a:rPr lang="en-US" b="1" dirty="0"/>
              <a:t>Input</a:t>
            </a:r>
            <a:r>
              <a:rPr lang="en-US" dirty="0"/>
              <a:t> (User request)</a:t>
            </a:r>
          </a:p>
          <a:p>
            <a:r>
              <a:rPr lang="en-US" b="1" dirty="0"/>
              <a:t>Brain</a:t>
            </a:r>
            <a:r>
              <a:rPr lang="en-US" dirty="0"/>
              <a:t> (LLM like GPT)</a:t>
            </a:r>
          </a:p>
          <a:p>
            <a:r>
              <a:rPr lang="en-US" b="1" dirty="0"/>
              <a:t>Memory</a:t>
            </a:r>
            <a:r>
              <a:rPr lang="en-US" dirty="0"/>
              <a:t> (stores past data)</a:t>
            </a:r>
          </a:p>
          <a:p>
            <a:r>
              <a:rPr lang="en-US" b="1" dirty="0"/>
              <a:t>Tools</a:t>
            </a:r>
            <a:r>
              <a:rPr lang="en-US" dirty="0"/>
              <a:t> (calculator, web search, database)</a:t>
            </a:r>
          </a:p>
          <a:p>
            <a:r>
              <a:rPr lang="en-US" b="1" dirty="0"/>
              <a:t>Output</a:t>
            </a:r>
            <a:r>
              <a:rPr lang="en-US" dirty="0"/>
              <a:t> (final response or action)</a:t>
            </a:r>
          </a:p>
          <a:p>
            <a:r>
              <a:rPr lang="en-US" b="1" dirty="0"/>
              <a:t>Example:</a:t>
            </a:r>
          </a:p>
          <a:p>
            <a:r>
              <a:rPr lang="en-US" dirty="0"/>
              <a:t>A student assistant agent:</a:t>
            </a:r>
          </a:p>
          <a:p>
            <a:r>
              <a:rPr lang="en-US" dirty="0"/>
              <a:t>Takes a question</a:t>
            </a:r>
          </a:p>
          <a:p>
            <a:r>
              <a:rPr lang="en-US" dirty="0"/>
              <a:t>Searches notes</a:t>
            </a:r>
          </a:p>
          <a:p>
            <a:r>
              <a:rPr lang="en-US" dirty="0"/>
              <a:t>Calculates answers</a:t>
            </a:r>
          </a:p>
          <a:p>
            <a:r>
              <a:rPr lang="en-US" dirty="0"/>
              <a:t>Gives response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854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D4C1E-1332-4F0B-68F5-458DE16A3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05765-D9CA-8F98-6775-DFC02BFB2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✅ STEP 2: Install Required Tools</a:t>
            </a:r>
          </a:p>
          <a:p>
            <a:r>
              <a:rPr lang="en-US" dirty="0"/>
              <a:t>You need:</a:t>
            </a:r>
          </a:p>
          <a:p>
            <a:r>
              <a:rPr lang="en-US" dirty="0"/>
              <a:t>Python (3.9+)</a:t>
            </a:r>
          </a:p>
          <a:p>
            <a:r>
              <a:rPr lang="en-US" dirty="0"/>
              <a:t>pip</a:t>
            </a:r>
          </a:p>
          <a:p>
            <a:r>
              <a:rPr lang="en-US" dirty="0"/>
              <a:t>Virtual environment</a:t>
            </a:r>
          </a:p>
          <a:p>
            <a:r>
              <a:rPr lang="en-US" b="1" dirty="0"/>
              <a:t>Create Virtual Environment</a:t>
            </a:r>
          </a:p>
          <a:p>
            <a:r>
              <a:rPr lang="en-US" dirty="0"/>
              <a:t>python -m </a:t>
            </a:r>
            <a:r>
              <a:rPr lang="en-US" dirty="0" err="1"/>
              <a:t>venv</a:t>
            </a:r>
            <a:r>
              <a:rPr lang="en-US" dirty="0"/>
              <a:t> </a:t>
            </a:r>
            <a:r>
              <a:rPr lang="en-US" dirty="0" err="1"/>
              <a:t>aiagent</a:t>
            </a:r>
            <a:endParaRPr lang="en-US" dirty="0"/>
          </a:p>
          <a:p>
            <a:r>
              <a:rPr lang="en-US" dirty="0"/>
              <a:t>Activate:</a:t>
            </a:r>
          </a:p>
          <a:p>
            <a:r>
              <a:rPr lang="en-US" b="1" dirty="0"/>
              <a:t>Windows:</a:t>
            </a:r>
            <a:endParaRPr lang="en-US" dirty="0"/>
          </a:p>
          <a:p>
            <a:r>
              <a:rPr lang="en-US" dirty="0" err="1"/>
              <a:t>aiagent</a:t>
            </a:r>
            <a:r>
              <a:rPr lang="en-US" dirty="0"/>
              <a:t>\Scripts\activate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385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F66F6-6DC4-E61F-1F74-2DE28A45D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DD0B-61CB-A573-102E-95E74289D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✅ STEP 3: Install Required Libraries</a:t>
            </a:r>
          </a:p>
          <a:p>
            <a:r>
              <a:rPr lang="en-US" dirty="0"/>
              <a:t>pip install </a:t>
            </a:r>
            <a:r>
              <a:rPr lang="en-US" dirty="0" err="1"/>
              <a:t>openai</a:t>
            </a:r>
            <a:r>
              <a:rPr lang="en-US" dirty="0"/>
              <a:t> </a:t>
            </a:r>
            <a:r>
              <a:rPr lang="en-US" dirty="0" err="1"/>
              <a:t>langchain</a:t>
            </a:r>
            <a:r>
              <a:rPr lang="en-US" dirty="0"/>
              <a:t> python-</a:t>
            </a:r>
            <a:r>
              <a:rPr lang="en-US" dirty="0" err="1"/>
              <a:t>dotenv</a:t>
            </a:r>
            <a:endParaRPr lang="en-US" dirty="0"/>
          </a:p>
          <a:p>
            <a:r>
              <a:rPr lang="en-US" dirty="0"/>
              <a:t>Important Libraries:</a:t>
            </a:r>
          </a:p>
          <a:p>
            <a:r>
              <a:rPr lang="en-US" b="1" dirty="0" err="1"/>
              <a:t>openai</a:t>
            </a:r>
            <a:r>
              <a:rPr lang="en-US" dirty="0"/>
              <a:t> → Connects to OpenAI API</a:t>
            </a:r>
          </a:p>
          <a:p>
            <a:r>
              <a:rPr lang="en-US" b="1" dirty="0" err="1"/>
              <a:t>langchain</a:t>
            </a:r>
            <a:r>
              <a:rPr lang="en-US" dirty="0"/>
              <a:t> → Framework for AI agents</a:t>
            </a:r>
          </a:p>
          <a:p>
            <a:r>
              <a:rPr lang="en-US" b="1" dirty="0"/>
              <a:t>python-</a:t>
            </a:r>
            <a:r>
              <a:rPr lang="en-US" b="1" dirty="0" err="1"/>
              <a:t>dotenv</a:t>
            </a:r>
            <a:r>
              <a:rPr lang="en-US" dirty="0"/>
              <a:t> → Secure API key storage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827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6E294-004D-2CC2-00FD-BF853C50A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8A028-154F-0EEC-3CB0-D1F9875A2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✅ STEP 4: Get API Key</a:t>
            </a:r>
          </a:p>
          <a:p>
            <a:r>
              <a:rPr lang="en-US" dirty="0"/>
              <a:t>Create account at OpenAI</a:t>
            </a:r>
          </a:p>
          <a:p>
            <a:r>
              <a:rPr lang="en-US" dirty="0"/>
              <a:t>Generate API key</a:t>
            </a:r>
          </a:p>
          <a:p>
            <a:r>
              <a:rPr lang="en-US" dirty="0"/>
              <a:t>Create .env file:</a:t>
            </a:r>
          </a:p>
          <a:p>
            <a:r>
              <a:rPr lang="en-US" dirty="0"/>
              <a:t>OPENAI_API_KEY=</a:t>
            </a:r>
            <a:r>
              <a:rPr lang="en-US" dirty="0" err="1"/>
              <a:t>your_api_key_here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049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BB012-105E-9E81-C60F-AB660B365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4265"/>
          </a:xfrm>
        </p:spPr>
        <p:txBody>
          <a:bodyPr>
            <a:normAutofit/>
          </a:bodyPr>
          <a:lstStyle/>
          <a:p>
            <a:r>
              <a:rPr lang="en-US" sz="2800" dirty="0"/>
              <a:t>✅ STEP 5: Create Simple AI Agent (Basic 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8E219-4683-B681-07DB-2D84609C6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9390"/>
            <a:ext cx="10515600" cy="5441430"/>
          </a:xfrm>
        </p:spPr>
        <p:txBody>
          <a:bodyPr>
            <a:normAutofit fontScale="32500" lnSpcReduction="20000"/>
          </a:bodyPr>
          <a:lstStyle/>
          <a:p>
            <a:r>
              <a:rPr lang="en-US" dirty="0"/>
              <a:t>from </a:t>
            </a:r>
            <a:r>
              <a:rPr lang="en-US" dirty="0" err="1"/>
              <a:t>langchain.chat_models</a:t>
            </a:r>
            <a:r>
              <a:rPr lang="en-US" dirty="0"/>
              <a:t> import </a:t>
            </a:r>
            <a:r>
              <a:rPr lang="en-US" dirty="0" err="1"/>
              <a:t>ChatOpenAI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langchain.agents</a:t>
            </a:r>
            <a:r>
              <a:rPr lang="en-US" dirty="0"/>
              <a:t> import </a:t>
            </a:r>
            <a:r>
              <a:rPr lang="en-US" dirty="0" err="1"/>
              <a:t>initialize_agent</a:t>
            </a:r>
            <a:r>
              <a:rPr lang="en-US" dirty="0"/>
              <a:t>, Tool</a:t>
            </a:r>
          </a:p>
          <a:p>
            <a:r>
              <a:rPr lang="en-US" dirty="0"/>
              <a:t>from </a:t>
            </a:r>
            <a:r>
              <a:rPr lang="en-US" dirty="0" err="1"/>
              <a:t>langchain.agents</a:t>
            </a:r>
            <a:r>
              <a:rPr lang="en-US" dirty="0"/>
              <a:t> import </a:t>
            </a:r>
            <a:r>
              <a:rPr lang="en-US" dirty="0" err="1"/>
              <a:t>AgentType</a:t>
            </a:r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os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dotenv</a:t>
            </a:r>
            <a:r>
              <a:rPr lang="en-US" dirty="0"/>
              <a:t> import </a:t>
            </a:r>
            <a:r>
              <a:rPr lang="en-US" dirty="0" err="1"/>
              <a:t>load_dotenv</a:t>
            </a:r>
            <a:endParaRPr lang="en-US" dirty="0"/>
          </a:p>
          <a:p>
            <a:r>
              <a:rPr lang="en-US" dirty="0" err="1"/>
              <a:t>load_dotenv</a:t>
            </a:r>
            <a:r>
              <a:rPr lang="en-US" dirty="0"/>
              <a:t>()</a:t>
            </a:r>
          </a:p>
          <a:p>
            <a:r>
              <a:rPr lang="en-US" dirty="0" err="1"/>
              <a:t>llm</a:t>
            </a:r>
            <a:r>
              <a:rPr lang="en-US" dirty="0"/>
              <a:t> = </a:t>
            </a:r>
            <a:r>
              <a:rPr lang="en-US" dirty="0" err="1"/>
              <a:t>ChatOpenAI</a:t>
            </a:r>
            <a:r>
              <a:rPr lang="en-US" dirty="0"/>
              <a:t>(temperature=0)</a:t>
            </a:r>
          </a:p>
          <a:p>
            <a:r>
              <a:rPr lang="en-US" dirty="0"/>
              <a:t>def </a:t>
            </a:r>
            <a:r>
              <a:rPr lang="en-US" dirty="0" err="1"/>
              <a:t>calculator_tool</a:t>
            </a:r>
            <a:r>
              <a:rPr lang="en-US" dirty="0"/>
              <a:t>(query):</a:t>
            </a:r>
          </a:p>
          <a:p>
            <a:r>
              <a:rPr lang="en-US" dirty="0"/>
              <a:t>    return str(eval(query))</a:t>
            </a:r>
          </a:p>
          <a:p>
            <a:r>
              <a:rPr lang="en-US" dirty="0"/>
              <a:t>tools = [</a:t>
            </a:r>
          </a:p>
          <a:p>
            <a:r>
              <a:rPr lang="en-US" dirty="0"/>
              <a:t>    Tool(</a:t>
            </a:r>
          </a:p>
          <a:p>
            <a:r>
              <a:rPr lang="en-US" dirty="0"/>
              <a:t>        name="Calculator",</a:t>
            </a:r>
          </a:p>
          <a:p>
            <a:r>
              <a:rPr lang="en-US" dirty="0"/>
              <a:t>        </a:t>
            </a:r>
            <a:r>
              <a:rPr lang="en-US" dirty="0" err="1"/>
              <a:t>func</a:t>
            </a:r>
            <a:r>
              <a:rPr lang="en-US" dirty="0"/>
              <a:t>=</a:t>
            </a:r>
            <a:r>
              <a:rPr lang="en-US" dirty="0" err="1"/>
              <a:t>calculator_tool</a:t>
            </a:r>
            <a:r>
              <a:rPr lang="en-US" dirty="0"/>
              <a:t>,</a:t>
            </a:r>
          </a:p>
          <a:p>
            <a:r>
              <a:rPr lang="en-US" dirty="0"/>
              <a:t>        description="Useful for math calculations"</a:t>
            </a:r>
          </a:p>
          <a:p>
            <a:r>
              <a:rPr lang="en-US" dirty="0"/>
              <a:t>    )</a:t>
            </a:r>
          </a:p>
          <a:p>
            <a:r>
              <a:rPr lang="en-US" dirty="0"/>
              <a:t>]</a:t>
            </a:r>
          </a:p>
          <a:p>
            <a:r>
              <a:rPr lang="en-US" dirty="0"/>
              <a:t>agent = </a:t>
            </a:r>
            <a:r>
              <a:rPr lang="en-US" dirty="0" err="1"/>
              <a:t>initialize_agent</a:t>
            </a:r>
            <a:r>
              <a:rPr lang="en-US" dirty="0"/>
              <a:t>(</a:t>
            </a:r>
          </a:p>
          <a:p>
            <a:r>
              <a:rPr lang="en-US" dirty="0"/>
              <a:t>    tools,</a:t>
            </a:r>
          </a:p>
          <a:p>
            <a:r>
              <a:rPr lang="en-US" dirty="0"/>
              <a:t>    </a:t>
            </a:r>
            <a:r>
              <a:rPr lang="en-US" dirty="0" err="1"/>
              <a:t>llm</a:t>
            </a:r>
            <a:r>
              <a:rPr lang="en-US" dirty="0"/>
              <a:t>,</a:t>
            </a:r>
          </a:p>
          <a:p>
            <a:r>
              <a:rPr lang="en-US" dirty="0"/>
              <a:t>    agent=</a:t>
            </a:r>
            <a:r>
              <a:rPr lang="en-US" dirty="0" err="1"/>
              <a:t>AgentType.ZERO_SHOT_REACT_DESCRIPTION</a:t>
            </a:r>
            <a:r>
              <a:rPr lang="en-US" dirty="0"/>
              <a:t>,</a:t>
            </a:r>
          </a:p>
          <a:p>
            <a:r>
              <a:rPr lang="en-US" dirty="0"/>
              <a:t>    verbose=True</a:t>
            </a:r>
          </a:p>
          <a:p>
            <a:r>
              <a:rPr lang="en-US" dirty="0"/>
              <a:t>)</a:t>
            </a:r>
          </a:p>
          <a:p>
            <a:r>
              <a:rPr lang="en-US" dirty="0" err="1"/>
              <a:t>agent.run</a:t>
            </a:r>
            <a:r>
              <a:rPr lang="en-US" dirty="0"/>
              <a:t>("What is 25 * 4?")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445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05A9E-5166-DB9C-D091-12EE91600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Bash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F2551-A13D-5EB1-43E2-DA299CC1F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agent.py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668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02C93-A876-598B-35A0-6AE505CAE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94CCC-A038-94AA-C338-BAE7C5A22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✅ STEP 6: Add Memory to Agent</a:t>
            </a:r>
          </a:p>
          <a:p>
            <a:r>
              <a:rPr lang="en-US" dirty="0"/>
              <a:t>pip install </a:t>
            </a:r>
            <a:r>
              <a:rPr lang="en-US" dirty="0" err="1"/>
              <a:t>langchain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946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3EE73-146D-5112-D08D-F1DBE70CD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95A-697A-10B5-1D88-FD601BACB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from </a:t>
            </a:r>
            <a:r>
              <a:rPr lang="en-US" dirty="0" err="1"/>
              <a:t>langchain.memory</a:t>
            </a:r>
            <a:r>
              <a:rPr lang="en-US" dirty="0"/>
              <a:t> import </a:t>
            </a:r>
            <a:r>
              <a:rPr lang="en-US" dirty="0" err="1"/>
              <a:t>ConversationBufferMemory</a:t>
            </a:r>
            <a:endParaRPr lang="en-US" dirty="0"/>
          </a:p>
          <a:p>
            <a:endParaRPr lang="en-US" dirty="0"/>
          </a:p>
          <a:p>
            <a:r>
              <a:rPr lang="en-US" dirty="0"/>
              <a:t>memory = </a:t>
            </a:r>
            <a:r>
              <a:rPr lang="en-US" dirty="0" err="1"/>
              <a:t>ConversationBufferMemory</a:t>
            </a:r>
            <a:r>
              <a:rPr lang="en-US" dirty="0"/>
              <a:t>(</a:t>
            </a:r>
            <a:r>
              <a:rPr lang="en-US" dirty="0" err="1"/>
              <a:t>memory_key</a:t>
            </a:r>
            <a:r>
              <a:rPr lang="en-US" dirty="0"/>
              <a:t>="</a:t>
            </a:r>
            <a:r>
              <a:rPr lang="en-US" dirty="0" err="1"/>
              <a:t>chat_history</a:t>
            </a:r>
            <a:r>
              <a:rPr lang="en-US" dirty="0"/>
              <a:t>")</a:t>
            </a:r>
          </a:p>
          <a:p>
            <a:endParaRPr lang="en-US" dirty="0"/>
          </a:p>
          <a:p>
            <a:r>
              <a:rPr lang="en-US" dirty="0"/>
              <a:t>agent = </a:t>
            </a:r>
            <a:r>
              <a:rPr lang="en-US" dirty="0" err="1"/>
              <a:t>initialize_agent</a:t>
            </a:r>
            <a:r>
              <a:rPr lang="en-US" dirty="0"/>
              <a:t>(</a:t>
            </a:r>
          </a:p>
          <a:p>
            <a:r>
              <a:rPr lang="en-US" dirty="0"/>
              <a:t>    tools,</a:t>
            </a:r>
          </a:p>
          <a:p>
            <a:r>
              <a:rPr lang="en-US" dirty="0"/>
              <a:t>    </a:t>
            </a:r>
            <a:r>
              <a:rPr lang="en-US" dirty="0" err="1"/>
              <a:t>llm</a:t>
            </a:r>
            <a:r>
              <a:rPr lang="en-US" dirty="0"/>
              <a:t>,</a:t>
            </a:r>
          </a:p>
          <a:p>
            <a:r>
              <a:rPr lang="en-US" dirty="0"/>
              <a:t>    agent=</a:t>
            </a:r>
            <a:r>
              <a:rPr lang="en-US" dirty="0" err="1"/>
              <a:t>AgentType.CHAT_CONVERSATIONAL_REACT_DESCRIPTION</a:t>
            </a:r>
            <a:r>
              <a:rPr lang="en-US" dirty="0"/>
              <a:t>,</a:t>
            </a:r>
          </a:p>
          <a:p>
            <a:r>
              <a:rPr lang="en-US" dirty="0"/>
              <a:t>    memory=memory,</a:t>
            </a:r>
          </a:p>
          <a:p>
            <a:r>
              <a:rPr lang="en-US" dirty="0"/>
              <a:t>    verbose=True</a:t>
            </a:r>
          </a:p>
          <a:p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216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B4419-33C4-B8B6-CD36-84550A14C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70279-D2DC-94A2-23BE-46FF662AC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✅ STEP 7: Types of AI Agents</a:t>
            </a:r>
          </a:p>
          <a:p>
            <a:r>
              <a:rPr lang="en-US" b="1" dirty="0"/>
              <a:t>1️⃣ Reactive Agents</a:t>
            </a:r>
          </a:p>
          <a:p>
            <a:r>
              <a:rPr lang="en-US" dirty="0"/>
              <a:t>Respond only to current input.</a:t>
            </a:r>
          </a:p>
          <a:p>
            <a:r>
              <a:rPr lang="en-US" b="1" dirty="0"/>
              <a:t>2️⃣ Memory-Based Agents</a:t>
            </a:r>
          </a:p>
          <a:p>
            <a:r>
              <a:rPr lang="en-US" dirty="0"/>
              <a:t>Remember previous interactions.</a:t>
            </a:r>
          </a:p>
          <a:p>
            <a:r>
              <a:rPr lang="en-US" b="1" dirty="0"/>
              <a:t>3️⃣ Tool-Using Agents</a:t>
            </a:r>
          </a:p>
          <a:p>
            <a:r>
              <a:rPr lang="en-US" dirty="0"/>
              <a:t>Use external tools (calculator, search).</a:t>
            </a:r>
          </a:p>
          <a:p>
            <a:r>
              <a:rPr lang="en-US" b="1" dirty="0"/>
              <a:t>4️⃣ Autonomous Agents</a:t>
            </a:r>
          </a:p>
          <a:p>
            <a:r>
              <a:rPr lang="en-US" dirty="0"/>
              <a:t>Work independently toward goals.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718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525AD-999E-6342-91BD-77B4B1100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A1BDB-6A54-5A72-CA2C-919365A60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Examples:</a:t>
            </a:r>
          </a:p>
          <a:p>
            <a:r>
              <a:rPr lang="en-US" dirty="0" err="1"/>
              <a:t>AutoGPT</a:t>
            </a:r>
            <a:endParaRPr lang="en-US" dirty="0"/>
          </a:p>
          <a:p>
            <a:r>
              <a:rPr lang="en-US" dirty="0" err="1"/>
              <a:t>BabyAGI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290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4D0A-BEEC-4349-9AC5-9505243FE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6A11F-82F8-AC37-0711-C6AE14668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✅ STEP 8: Build Web-Based AI Agent (Optional)</a:t>
            </a:r>
          </a:p>
          <a:p>
            <a:r>
              <a:rPr lang="en-US" dirty="0"/>
              <a:t>Install Flask:</a:t>
            </a:r>
          </a:p>
          <a:p>
            <a:r>
              <a:rPr lang="en-US" dirty="0"/>
              <a:t>pip install flask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277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E17BB-BF70-8D1A-5EAC-3EFBD7BE1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C4367-C50C-89FD-7366-A20C5F92C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from flask import Flask, request</a:t>
            </a:r>
          </a:p>
          <a:p>
            <a:r>
              <a:rPr lang="en-US" dirty="0"/>
              <a:t>app = Flask(__name__)</a:t>
            </a:r>
          </a:p>
          <a:p>
            <a:endParaRPr lang="en-US" dirty="0"/>
          </a:p>
          <a:p>
            <a:r>
              <a:rPr lang="en-US" dirty="0"/>
              <a:t>@app.route("/")</a:t>
            </a:r>
          </a:p>
          <a:p>
            <a:r>
              <a:rPr lang="en-US" dirty="0"/>
              <a:t>def home():</a:t>
            </a:r>
          </a:p>
          <a:p>
            <a:r>
              <a:rPr lang="en-US" dirty="0"/>
              <a:t>    question = </a:t>
            </a:r>
            <a:r>
              <a:rPr lang="en-US" dirty="0" err="1"/>
              <a:t>request.args.get</a:t>
            </a:r>
            <a:r>
              <a:rPr lang="en-US" dirty="0"/>
              <a:t>("q")</a:t>
            </a:r>
          </a:p>
          <a:p>
            <a:r>
              <a:rPr lang="en-US" dirty="0"/>
              <a:t>    return </a:t>
            </a:r>
            <a:r>
              <a:rPr lang="en-US" dirty="0" err="1"/>
              <a:t>agent.run</a:t>
            </a:r>
            <a:r>
              <a:rPr lang="en-US" dirty="0"/>
              <a:t>(question)</a:t>
            </a:r>
          </a:p>
          <a:p>
            <a:endParaRPr lang="en-US" dirty="0"/>
          </a:p>
          <a:p>
            <a:r>
              <a:rPr lang="en-US" dirty="0" err="1"/>
              <a:t>app.run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416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BB2CB-5586-3424-1503-B6E74E1E8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D3553-E58F-9E5A-2B63-04FE89258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http://127.0.0.1:5000/?q=hello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419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FDF2E-5A4A-AF55-AE78-61DD4D98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BE63D-AC06-2D27-5198-E1A75915D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✅ STEP 9: Advanced Agent Features</a:t>
            </a:r>
          </a:p>
          <a:p>
            <a:r>
              <a:rPr lang="en-US" dirty="0"/>
              <a:t>You can add:</a:t>
            </a:r>
          </a:p>
          <a:p>
            <a:r>
              <a:rPr lang="en-US" dirty="0"/>
              <a:t>Database (SQLite, MySQL)</a:t>
            </a:r>
          </a:p>
          <a:p>
            <a:r>
              <a:rPr lang="en-US" dirty="0"/>
              <a:t>File reading capability</a:t>
            </a:r>
          </a:p>
          <a:p>
            <a:r>
              <a:rPr lang="en-US" dirty="0"/>
              <a:t>Web scraping</a:t>
            </a:r>
          </a:p>
          <a:p>
            <a:r>
              <a:rPr lang="en-US" dirty="0"/>
              <a:t>PDF processing</a:t>
            </a:r>
          </a:p>
          <a:p>
            <a:r>
              <a:rPr lang="en-US" dirty="0"/>
              <a:t>Vector database (Pinecone, FAISS)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16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6BF55-66DF-D9FB-21F2-17F3C27E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C76C1-1F9F-6B80-4AB6-903235F62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✅ STEP 10: AI Agent Architecture Diagram</a:t>
            </a:r>
          </a:p>
          <a:p>
            <a:r>
              <a:rPr lang="en-US" dirty="0"/>
              <a:t>User → Input → LLM → Tool Selection → Action → Response</a:t>
            </a:r>
          </a:p>
          <a:p>
            <a:r>
              <a:rPr lang="en-US" dirty="0"/>
              <a:t>             ↓</a:t>
            </a:r>
          </a:p>
          <a:p>
            <a:r>
              <a:rPr lang="en-US" dirty="0"/>
              <a:t>          Memory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163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42FB5-C074-BFA3-98F2-46F01FB05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8C580-3813-6E06-2900-9B42CEF9C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✅ Real-World AI Agent Frameworks</a:t>
            </a:r>
          </a:p>
          <a:p>
            <a:r>
              <a:rPr lang="en-US" dirty="0" err="1"/>
              <a:t>LangChain</a:t>
            </a:r>
            <a:endParaRPr lang="en-US" dirty="0"/>
          </a:p>
          <a:p>
            <a:r>
              <a:rPr lang="en-US" dirty="0" err="1"/>
              <a:t>CrewAI</a:t>
            </a:r>
            <a:endParaRPr lang="en-US" dirty="0"/>
          </a:p>
          <a:p>
            <a:r>
              <a:rPr lang="en-US" dirty="0"/>
              <a:t>Microsoft </a:t>
            </a:r>
            <a:r>
              <a:rPr lang="en-US" dirty="0" err="1"/>
              <a:t>AutoGen</a:t>
            </a:r>
            <a:endParaRPr lang="en-US" dirty="0"/>
          </a:p>
          <a:p>
            <a:r>
              <a:rPr lang="en-US" dirty="0"/>
              <a:t>Rasa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077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B8E4C-6A5D-BE29-FC05-65CEA2AD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8AF0C-E16E-2B8F-28F0-8A67265D2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🎯 Example AI Agent Projects (For Students)</a:t>
            </a:r>
          </a:p>
          <a:p>
            <a:r>
              <a:rPr lang="en-US" dirty="0"/>
              <a:t>Student Result Generator Agent</a:t>
            </a:r>
          </a:p>
          <a:p>
            <a:r>
              <a:rPr lang="en-US" dirty="0"/>
              <a:t>Research Paper Assistant</a:t>
            </a:r>
          </a:p>
          <a:p>
            <a:r>
              <a:rPr lang="en-US" dirty="0"/>
              <a:t>AI Chatbot for University Website</a:t>
            </a:r>
          </a:p>
          <a:p>
            <a:r>
              <a:rPr lang="en-US" dirty="0"/>
              <a:t>Automated Email Responder</a:t>
            </a:r>
          </a:p>
          <a:p>
            <a:r>
              <a:rPr lang="en-US" dirty="0"/>
              <a:t>Stock Analysis Agent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972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2F569-2D7B-F1BA-6739-7DAEDA003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483F2-7048-E59B-B710-9AE12B4EB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🧠 Summary</a:t>
            </a:r>
          </a:p>
          <a:p>
            <a:r>
              <a:rPr lang="en-US" dirty="0"/>
              <a:t>To create AI Agents:</a:t>
            </a:r>
          </a:p>
          <a:p>
            <a:r>
              <a:rPr lang="en-US" dirty="0"/>
              <a:t>Install Python</a:t>
            </a:r>
          </a:p>
          <a:p>
            <a:r>
              <a:rPr lang="en-US" dirty="0"/>
              <a:t>Create virtual environment</a:t>
            </a:r>
          </a:p>
          <a:p>
            <a:r>
              <a:rPr lang="en-US" dirty="0"/>
              <a:t>Install LLM libraries</a:t>
            </a:r>
          </a:p>
          <a:p>
            <a:r>
              <a:rPr lang="en-US" dirty="0"/>
              <a:t>Connect API</a:t>
            </a:r>
          </a:p>
          <a:p>
            <a:r>
              <a:rPr lang="en-US" dirty="0"/>
              <a:t>Add tools</a:t>
            </a:r>
          </a:p>
          <a:p>
            <a:r>
              <a:rPr lang="en-US" dirty="0"/>
              <a:t>Add memory</a:t>
            </a:r>
          </a:p>
          <a:p>
            <a:r>
              <a:rPr lang="en-US"/>
              <a:t>Deploy as web app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63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612</Words>
  <Application>Microsoft Office PowerPoint</Application>
  <PresentationFormat>Widescreen</PresentationFormat>
  <Paragraphs>132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How to Create AI Agents</vt:lpstr>
      <vt:lpstr>PowerPoint Presentation</vt:lpstr>
      <vt:lpstr>PowerPoint Presentation</vt:lpstr>
      <vt:lpstr>PowerPoint Presentation</vt:lpstr>
      <vt:lpstr>PowerPoint Presentation</vt:lpstr>
      <vt:lpstr>✅ STEP 5: Create Simple AI Agent (Basic Example)</vt:lpstr>
      <vt:lpstr>Bash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22</cp:revision>
  <dcterms:created xsi:type="dcterms:W3CDTF">2026-02-19T06:58:16Z</dcterms:created>
  <dcterms:modified xsi:type="dcterms:W3CDTF">2026-02-19T07:01:59Z</dcterms:modified>
</cp:coreProperties>
</file>