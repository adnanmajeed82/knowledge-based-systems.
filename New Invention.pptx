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4E00-4A6F-8A40-5D71-21E05223D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66D3B-F940-72E7-3B34-CAFF2BA13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45CFA-8E27-6010-26D2-2A0334C4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0E762-FAE1-5432-C62C-1F2A6A76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599B-BF1F-3CD6-7C24-A3E6EF74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3419-F101-8419-E587-C988A358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3365-6148-C0A9-55BE-619DDC2DB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2A50-FC9D-BB74-B18C-6DF3990D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A37E-ABB3-95D3-CEA0-B3D70245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4849-2628-9933-BD47-5A1EC9F4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3D2F-D8D8-C559-18B8-C1E1B6B0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EFFA-E431-A555-ADC4-75620D596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2BD25-71F6-98DF-DE97-198AAB3A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5FDED-D7A4-0101-3EE1-05770CF4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6F292-2E67-90AE-959C-9FCAB2AE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7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736F-632C-D4BD-C84C-7DEA2575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495E-F6DC-294B-FD3A-E4B1E336C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4F091-0468-9076-6A8E-47F647133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5575-740C-EA3E-B973-6217C03C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518A6-23D5-1846-2781-1D2E2215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33DFE-FE23-9F71-A7A8-FE3527C7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E2A1-C9E4-D5EC-F958-383F054F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A7E25-ED3A-B0F0-5545-B6A84C9A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B635F-F69F-0002-43D2-FAE54FB17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8FA36-8FDD-855F-DCC7-AD776B555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EF144-4175-32CF-787F-C421799E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9B2AB-8841-0CE5-F617-C369C27B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03781-4580-DA2C-CB01-AD969A52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D704F-85BF-6A25-BA5A-E6879040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8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7A8E-A611-E36F-8F54-69F41109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4EDE9-6D2E-AD0C-DF3D-CC996F55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D5753-D45D-79D0-56F7-E1286664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B7A68-3877-C1EA-0742-478559C0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7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C442B-738A-8841-2467-5057D504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632CC-5259-C2D2-EAB7-B60CAB74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01667-F2E6-CFA6-AA20-D4121C44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5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F33A-1ECF-7AE8-C47E-19D12D82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4BEA-9907-05AC-1931-B31D5AF07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79FB1-4E12-4DCA-C539-1DC16546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66E73-C4F6-ABE7-274B-594F8E62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B4E5C-CCB6-A7DB-783F-765D0293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40146-0914-1DA4-D4C6-D9F83F92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24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7F50-1A9E-AFD1-8167-66591B88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0AFE3-2A13-FD4D-F53A-1EA7B7D0D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FD093-EA1A-3044-14CF-C6E7C399C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5C16B-5AD1-5D1A-D1B8-DBD99BF5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8564F-5E29-E68B-3DC7-4892EAD0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72112-BCD9-6839-BA41-E9CE6451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E289-0915-1136-AC6F-C62E2CD1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37E31-A67D-C743-F545-B9E886606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D5D0D-C99E-A9FB-6200-963FF7BD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0B962-C186-A931-829A-969389D38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741C-C4AD-CDB7-5AD5-AC216F20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7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67D8C8-A7C7-FAFD-7560-7C258D5AE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B3059-26E8-2048-5C20-23C1DBC5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FFEA1-7BEF-94D9-0A95-F64B61D0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7C217-4ECE-FB28-39A5-DC3B26E2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B1FAA-EDB3-9043-7E4F-41BB4B0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97F8C-4A2E-CC77-0B1E-19C648DD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200C6-4F4B-809A-D677-F1E48315D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48270-B3F6-3DCB-DD19-94F96F634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1059D-58A3-485B-974C-6606625E6E97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FA737-FA26-BC29-DB11-F2E9EABF6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5A848-6A2B-0820-0E0B-D01B2E306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8CE49-62CD-41D7-8142-A80FF7C1A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8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otify.com/premium/" TargetMode="External"/><Relationship Id="rId2" Type="http://schemas.openxmlformats.org/officeDocument/2006/relationships/hyperlink" Target="https://www.youtube.com/premiu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ttrack.com/" TargetMode="External"/><Relationship Id="rId5" Type="http://schemas.openxmlformats.org/officeDocument/2006/relationships/hyperlink" Target="https://getpocket.com/" TargetMode="External"/><Relationship Id="rId4" Type="http://schemas.openxmlformats.org/officeDocument/2006/relationships/hyperlink" Target="https://support.google.com/chrome/answer/734301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0E35-9F38-7DB2-EEBB-2EF0F72C8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6838"/>
            <a:ext cx="9144000" cy="826724"/>
          </a:xfrm>
        </p:spPr>
        <p:txBody>
          <a:bodyPr>
            <a:normAutofit fontScale="90000"/>
          </a:bodyPr>
          <a:lstStyle/>
          <a:p>
            <a:r>
              <a:rPr lang="en-US" dirty="0"/>
              <a:t>Knowledge Based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45D9B-8B17-E9CC-C1CB-033C45772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88367"/>
            <a:ext cx="9144000" cy="3182795"/>
          </a:xfrm>
        </p:spPr>
        <p:txBody>
          <a:bodyPr>
            <a:normAutofit/>
          </a:bodyPr>
          <a:lstStyle/>
          <a:p>
            <a:r>
              <a:rPr lang="en-US" dirty="0"/>
              <a:t>New Invention and Discovery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402096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773B-ADD7-7B2C-9D9E-E4E8DA71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</a:t>
            </a:r>
            <a:r>
              <a:rPr lang="en-US" dirty="0">
                <a:highlight>
                  <a:srgbClr val="FFFF00"/>
                </a:highlight>
              </a:rPr>
              <a:t>internet ? Storing ? {Possible</a:t>
            </a:r>
            <a:r>
              <a:rPr lang="en-US" dirty="0"/>
              <a:t>}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B453-BFB7-9FD7-CE65-C78E90CDF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possible to store WIFI internet in mobile phone memory for later use</a:t>
            </a:r>
          </a:p>
          <a:p>
            <a:r>
              <a:rPr lang="en-US" dirty="0"/>
              <a:t>Mobile Memory? </a:t>
            </a:r>
            <a:r>
              <a:rPr lang="en-US" dirty="0">
                <a:sym typeface="Wingdings" panose="05000000000000000000" pitchFamily="2" charset="2"/>
              </a:rPr>
              <a:t> AI Based? </a:t>
            </a:r>
          </a:p>
          <a:p>
            <a:r>
              <a:rPr lang="en-US" dirty="0">
                <a:sym typeface="Wingdings" panose="05000000000000000000" pitchFamily="2" charset="2"/>
              </a:rPr>
              <a:t>Mobile Chip AI Installed that does this kind of work?</a:t>
            </a:r>
          </a:p>
          <a:p>
            <a:r>
              <a:rPr lang="en-US" dirty="0">
                <a:sym typeface="Wingdings" panose="05000000000000000000" pitchFamily="2" charset="2"/>
              </a:rPr>
              <a:t>Any AI agent is it possible to do this type of work </a:t>
            </a:r>
          </a:p>
          <a:p>
            <a:r>
              <a:rPr lang="en-US" dirty="0">
                <a:sym typeface="Wingdings" panose="05000000000000000000" pitchFamily="2" charset="2"/>
              </a:rPr>
              <a:t>ANY LLM model can does?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21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2665-3EE4-DE16-B601-6D18330E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236"/>
          </a:xfrm>
        </p:spPr>
        <p:txBody>
          <a:bodyPr>
            <a:normAutofit fontScale="90000"/>
          </a:bodyPr>
          <a:lstStyle/>
          <a:p>
            <a:r>
              <a:rPr lang="en-US" dirty="0"/>
              <a:t>What GOOGLE Said?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7D64A4-80ED-6D33-3B4E-A221AE4A6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77" y="1443841"/>
            <a:ext cx="11277446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No, it is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 possible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store a "live" Wi-Fi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bandwidth for later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Wi-Fi is a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communication protocol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or "transport method"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 allows your device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talk to a network in real-time; it is not a physical substance or energy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like electricity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 battery that can be stored in a "jar".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However, you can store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you get from the internet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use when you are offline.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8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8114-7F73-D170-5B6F-7106F21E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Can and Cannot Do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025FA2-0982-B67D-5E4C-BCFD420E0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0233"/>
            <a:ext cx="9981900" cy="32932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Cannot: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"Charge" your phone with 5GB of Wi-Fi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at home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then use that same 5GB to browse new websites while you’re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 the park without a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Can: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Download specific files, videos, or pages while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connected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Wi-Fi so they are available in your phone's memory later.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49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5C1B-C727-4B25-6AD9-8A7573D5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Ways to "Store" Internet 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C4C2-0B51-AE4C-DC25-5A46E572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Offline Maps:</a:t>
            </a:r>
            <a:r>
              <a:rPr lang="en-US" dirty="0"/>
              <a:t> Use the Google Maps Offline Maps feature to download entire city areas.</a:t>
            </a:r>
          </a:p>
          <a:p>
            <a:r>
              <a:rPr lang="en-US" b="1" dirty="0"/>
              <a:t>Offline Video &amp; Music:</a:t>
            </a:r>
            <a:r>
              <a:rPr lang="en-US" dirty="0"/>
              <a:t> Apps like </a:t>
            </a:r>
            <a:r>
              <a:rPr lang="en-US" dirty="0">
                <a:hlinkClick r:id="rId2"/>
              </a:rPr>
              <a:t>YouTube Premium</a:t>
            </a:r>
            <a:r>
              <a:rPr lang="en-US" dirty="0"/>
              <a:t> and </a:t>
            </a:r>
            <a:r>
              <a:rPr lang="en-US" dirty="0">
                <a:hlinkClick r:id="rId3"/>
              </a:rPr>
              <a:t>Spotify</a:t>
            </a:r>
            <a:r>
              <a:rPr lang="en-US" dirty="0"/>
              <a:t> allow you to save playlists and videos directly to your device.</a:t>
            </a:r>
          </a:p>
          <a:p>
            <a:r>
              <a:rPr lang="en-US" b="1" dirty="0"/>
              <a:t>Web Pages:</a:t>
            </a:r>
            <a:r>
              <a:rPr lang="en-US" dirty="0"/>
              <a:t> Use </a:t>
            </a:r>
            <a:r>
              <a:rPr lang="en-US" dirty="0">
                <a:hlinkClick r:id="rId4"/>
              </a:rPr>
              <a:t>Google Chrome's Download Page</a:t>
            </a:r>
            <a:r>
              <a:rPr lang="en-US" dirty="0"/>
              <a:t> feature or apps like </a:t>
            </a:r>
            <a:r>
              <a:rPr lang="en-US" dirty="0">
                <a:hlinkClick r:id="rId5"/>
              </a:rPr>
              <a:t>Pocket</a:t>
            </a:r>
            <a:r>
              <a:rPr lang="en-US" dirty="0"/>
              <a:t> to save articles for reading without a connection.</a:t>
            </a:r>
          </a:p>
          <a:p>
            <a:r>
              <a:rPr lang="en-US" b="1" dirty="0"/>
              <a:t>Entire Websites:</a:t>
            </a:r>
            <a:r>
              <a:rPr lang="en-US" dirty="0"/>
              <a:t> For more advanced needs, the </a:t>
            </a:r>
            <a:r>
              <a:rPr lang="en-US" dirty="0" err="1">
                <a:hlinkClick r:id="rId6"/>
              </a:rPr>
              <a:t>HTTrack</a:t>
            </a:r>
            <a:r>
              <a:rPr lang="en-US" dirty="0">
                <a:hlinkClick r:id="rId6"/>
              </a:rPr>
              <a:t> Website Copier</a:t>
            </a:r>
            <a:r>
              <a:rPr lang="en-US" dirty="0"/>
              <a:t> can download whole websites to your local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58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EB39-5838-D294-C08B-955E5CFF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"Storing" Internet Doesn't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272C-0066-DA66-FF39-23D46CAF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Continuous Signal:</a:t>
            </a:r>
            <a:r>
              <a:rPr lang="en-US" dirty="0"/>
              <a:t> Internet is a live exchange of data packets. Once you disconnect from the router, the "bridge" to the rest of the world is broken.</a:t>
            </a:r>
          </a:p>
          <a:p>
            <a:r>
              <a:rPr lang="en-US" b="1" dirty="0"/>
              <a:t>Dynamic Data:</a:t>
            </a:r>
            <a:r>
              <a:rPr lang="en-US" dirty="0"/>
              <a:t> Most modern apps (like Instagram or live sports) require a live "feed" that updates every second; stored data would be instantly outdated.</a:t>
            </a:r>
          </a:p>
          <a:p>
            <a:r>
              <a:rPr lang="en-US" b="1" dirty="0"/>
              <a:t>Vast Size:</a:t>
            </a:r>
            <a:r>
              <a:rPr lang="en-US" dirty="0"/>
              <a:t> The internet contains trillions of gigabytes. Storing even a tiny fraction of it would require more memory than any smartphone currently has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11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26BB-BC1D-C2CE-75BC-5D1377B9F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9370"/>
            <a:ext cx="10515600" cy="731318"/>
          </a:xfrm>
        </p:spPr>
        <p:txBody>
          <a:bodyPr>
            <a:normAutofit fontScale="90000"/>
          </a:bodyPr>
          <a:lstStyle/>
          <a:p>
            <a:r>
              <a:rPr lang="en-US" dirty="0"/>
              <a:t>Why You Can't Store Connectivity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0CE21-3CA1-C22E-BCBB-605C0F3BC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Connectivity is a Service: When you pay for internet access, you are buying an allowance to use a live connection provided by an Internet Service Provider (ISP). It's a continuous flow, not a storable resource like a battery charge.</a:t>
            </a:r>
          </a:p>
          <a:p>
            <a:r>
              <a:rPr lang="en-US" dirty="0"/>
              <a:t>Physical Limitations: Storing the entire internet is physically impossible due to its immense size. Storing the radio waves that carry the signal isn't practical for accessing new, dynamic content later on without a live connection to the source.</a:t>
            </a:r>
          </a:p>
          <a:p>
            <a:r>
              <a:rPr lang="en-US" dirty="0"/>
              <a:t>Dynamic Data: Websites and apps constantly update their information. Stored data would immediately become outdated when you disconnect from the live feed</a:t>
            </a:r>
          </a:p>
        </p:txBody>
      </p:sp>
    </p:spTree>
    <p:extLst>
      <p:ext uri="{BB962C8B-B14F-4D97-AF65-F5344CB8AC3E}">
        <p14:creationId xmlns:p14="http://schemas.microsoft.com/office/powerpoint/2010/main" val="46496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F1A0-3397-7C86-2EA0-57D81770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11" y="859802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/>
              <a:t>AI in Mobile Phones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78117-B5EB-BCE2-B490-4D87187D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mobile phones use dedicated AI chips and on-device AI models. However, these are not used to store internet access</a:t>
            </a:r>
          </a:p>
          <a:p>
            <a:r>
              <a:rPr lang="en-US" b="1" dirty="0"/>
              <a:t>Offline AI Features:</a:t>
            </a:r>
            <a:r>
              <a:rPr lang="en-US" dirty="0"/>
              <a:t> On-device AI enables specific tasks without an internet connection, such as:</a:t>
            </a:r>
          </a:p>
          <a:p>
            <a:pPr lvl="1"/>
            <a:r>
              <a:rPr lang="en-US" dirty="0"/>
              <a:t>Enhanced camera features.</a:t>
            </a:r>
          </a:p>
          <a:p>
            <a:pPr lvl="1"/>
            <a:r>
              <a:rPr lang="en-US" dirty="0"/>
              <a:t>Real-time translation.</a:t>
            </a:r>
          </a:p>
          <a:p>
            <a:pPr lvl="1"/>
            <a:r>
              <a:rPr lang="en-US" dirty="0"/>
              <a:t>Transcribing voice recordings.</a:t>
            </a:r>
          </a:p>
          <a:p>
            <a:pPr lvl="1"/>
            <a:r>
              <a:rPr lang="en-US" dirty="0"/>
              <a:t>Running small, pre-trained language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3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3BE7-C8D6-0A17-60AE-2E8F4430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Management: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0534-B481-D71F-DA32-3E6F8E8B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is used by network providers to optimize traffic flow, improve security, and predict maintenance needs. These are all part of managing the live network, not storing connectivity on your device.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7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E37E-13A7-176A-7964-935FB95C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Saving 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7B6C-ED26-8F3F-7048-4BF12B76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your phone's memory and AI to save content for offline use. Many apps offer built-in features for this.</a:t>
            </a:r>
          </a:p>
          <a:p>
            <a:r>
              <a:rPr lang="en-US" dirty="0"/>
              <a:t>Media: Download movies and music on apps like Netflix or Spotify Premium.</a:t>
            </a:r>
          </a:p>
          <a:p>
            <a:r>
              <a:rPr lang="en-US" dirty="0"/>
              <a:t>Information: Save web pages for offline reading using browser features, or download specific knowledge bases like offline Wikipedia versions.</a:t>
            </a:r>
          </a:p>
          <a:p>
            <a:r>
              <a:rPr lang="en-US" dirty="0"/>
              <a:t>Navigation: Download large map areas in apps like Google Maps to use without a signal. </a:t>
            </a:r>
          </a:p>
        </p:txBody>
      </p:sp>
    </p:spTree>
    <p:extLst>
      <p:ext uri="{BB962C8B-B14F-4D97-AF65-F5344CB8AC3E}">
        <p14:creationId xmlns:p14="http://schemas.microsoft.com/office/powerpoint/2010/main" val="424747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AA87-1FBB-7715-9C62-EBB3B7F5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(Knowledge Based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BA69-86F5-4C09-4E33-61738273A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internet WIFI ? You have</a:t>
            </a:r>
          </a:p>
          <a:p>
            <a:r>
              <a:rPr lang="en-US" dirty="0"/>
              <a:t>Without mobile bundle ? </a:t>
            </a:r>
          </a:p>
          <a:p>
            <a:r>
              <a:rPr lang="en-US" dirty="0"/>
              <a:t>AI Knowledge based model (real time ) </a:t>
            </a:r>
          </a:p>
          <a:p>
            <a:r>
              <a:rPr lang="en-US" dirty="0"/>
              <a:t>Mobile Tower connect (Data </a:t>
            </a:r>
            <a:r>
              <a:rPr lang="en-US"/>
              <a:t>bundle activate) </a:t>
            </a:r>
          </a:p>
        </p:txBody>
      </p:sp>
    </p:spTree>
    <p:extLst>
      <p:ext uri="{BB962C8B-B14F-4D97-AF65-F5344CB8AC3E}">
        <p14:creationId xmlns:p14="http://schemas.microsoft.com/office/powerpoint/2010/main" val="145261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743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Knowledge Based System </vt:lpstr>
      <vt:lpstr>WIFI internet ? Storing ? {Possible} </vt:lpstr>
      <vt:lpstr>What GOOGLE Said? </vt:lpstr>
      <vt:lpstr>What You Can and Cannot Do </vt:lpstr>
      <vt:lpstr>Ways to "Store" Internet Content</vt:lpstr>
      <vt:lpstr>Why "Storing" Internet Doesn't Work</vt:lpstr>
      <vt:lpstr>Why You Can't Store Connectivity </vt:lpstr>
      <vt:lpstr>AI in Mobile Phones </vt:lpstr>
      <vt:lpstr>Network Management: </vt:lpstr>
      <vt:lpstr>Saving Content</vt:lpstr>
      <vt:lpstr>AI Agent (Knowledge Based System)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27</cp:revision>
  <dcterms:created xsi:type="dcterms:W3CDTF">2026-02-03T08:16:25Z</dcterms:created>
  <dcterms:modified xsi:type="dcterms:W3CDTF">2026-02-04T06:36:02Z</dcterms:modified>
</cp:coreProperties>
</file>